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UGbKDRePLo7HKVutNLNrtlk23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19712-6F3D-4925-9E78-15F1E3B86C14}" v="15" dt="2026-10-16T16:13:07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 Hermosilla Sarabia" userId="06a9f658e5164923" providerId="LiveId" clId="{A34235C4-55A4-49CB-93FA-15CEBDC60CC2}"/>
    <pc:docChg chg="undo custSel modSld">
      <pc:chgData name="Luz Hermosilla Sarabia" userId="06a9f658e5164923" providerId="LiveId" clId="{A34235C4-55A4-49CB-93FA-15CEBDC60CC2}" dt="2026-10-16T20:10:43.014" v="44" actId="1076"/>
      <pc:docMkLst>
        <pc:docMk/>
      </pc:docMkLst>
      <pc:sldChg chg="modSp mod">
        <pc:chgData name="Luz Hermosilla Sarabia" userId="06a9f658e5164923" providerId="LiveId" clId="{A34235C4-55A4-49CB-93FA-15CEBDC60CC2}" dt="2026-10-16T16:11:41.049" v="15" actId="123"/>
        <pc:sldMkLst>
          <pc:docMk/>
          <pc:sldMk cId="0" sldId="258"/>
        </pc:sldMkLst>
        <pc:spChg chg="mod">
          <ac:chgData name="Luz Hermosilla Sarabia" userId="06a9f658e5164923" providerId="LiveId" clId="{A34235C4-55A4-49CB-93FA-15CEBDC60CC2}" dt="2026-10-16T16:11:37.635" v="14" actId="123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Luz Hermosilla Sarabia" userId="06a9f658e5164923" providerId="LiveId" clId="{A34235C4-55A4-49CB-93FA-15CEBDC60CC2}" dt="2026-10-16T16:11:41.049" v="15" actId="123"/>
          <ac:spMkLst>
            <pc:docMk/>
            <pc:sldMk cId="0" sldId="258"/>
            <ac:spMk id="111" creationId="{00000000-0000-0000-0000-000000000000}"/>
          </ac:spMkLst>
        </pc:spChg>
      </pc:sldChg>
      <pc:sldChg chg="modSp mod">
        <pc:chgData name="Luz Hermosilla Sarabia" userId="06a9f658e5164923" providerId="LiveId" clId="{A34235C4-55A4-49CB-93FA-15CEBDC60CC2}" dt="2026-10-16T16:11:30.636" v="13" actId="123"/>
        <pc:sldMkLst>
          <pc:docMk/>
          <pc:sldMk cId="0" sldId="259"/>
        </pc:sldMkLst>
        <pc:spChg chg="mod">
          <ac:chgData name="Luz Hermosilla Sarabia" userId="06a9f658e5164923" providerId="LiveId" clId="{A34235C4-55A4-49CB-93FA-15CEBDC60CC2}" dt="2026-10-16T16:10:32.380" v="7" actId="123"/>
          <ac:spMkLst>
            <pc:docMk/>
            <pc:sldMk cId="0" sldId="259"/>
            <ac:spMk id="122" creationId="{00000000-0000-0000-0000-000000000000}"/>
          </ac:spMkLst>
        </pc:spChg>
        <pc:spChg chg="mod">
          <ac:chgData name="Luz Hermosilla Sarabia" userId="06a9f658e5164923" providerId="LiveId" clId="{A34235C4-55A4-49CB-93FA-15CEBDC60CC2}" dt="2026-10-16T16:11:30.636" v="13" actId="123"/>
          <ac:spMkLst>
            <pc:docMk/>
            <pc:sldMk cId="0" sldId="259"/>
            <ac:spMk id="123" creationId="{00000000-0000-0000-0000-000000000000}"/>
          </ac:spMkLst>
        </pc:spChg>
      </pc:sldChg>
      <pc:sldChg chg="modSp mod">
        <pc:chgData name="Luz Hermosilla Sarabia" userId="06a9f658e5164923" providerId="LiveId" clId="{A34235C4-55A4-49CB-93FA-15CEBDC60CC2}" dt="2026-10-16T16:13:44.280" v="31" actId="14100"/>
        <pc:sldMkLst>
          <pc:docMk/>
          <pc:sldMk cId="0" sldId="260"/>
        </pc:sldMkLst>
        <pc:spChg chg="mod">
          <ac:chgData name="Luz Hermosilla Sarabia" userId="06a9f658e5164923" providerId="LiveId" clId="{A34235C4-55A4-49CB-93FA-15CEBDC60CC2}" dt="2026-10-16T16:13:40.270" v="30" actId="14100"/>
          <ac:spMkLst>
            <pc:docMk/>
            <pc:sldMk cId="0" sldId="260"/>
            <ac:spMk id="132" creationId="{00000000-0000-0000-0000-000000000000}"/>
          </ac:spMkLst>
        </pc:spChg>
        <pc:spChg chg="mod">
          <ac:chgData name="Luz Hermosilla Sarabia" userId="06a9f658e5164923" providerId="LiveId" clId="{A34235C4-55A4-49CB-93FA-15CEBDC60CC2}" dt="2026-10-16T16:13:44.280" v="31" actId="14100"/>
          <ac:spMkLst>
            <pc:docMk/>
            <pc:sldMk cId="0" sldId="260"/>
            <ac:spMk id="133" creationId="{00000000-0000-0000-0000-000000000000}"/>
          </ac:spMkLst>
        </pc:spChg>
      </pc:sldChg>
      <pc:sldChg chg="addSp delSp modSp mod">
        <pc:chgData name="Luz Hermosilla Sarabia" userId="06a9f658e5164923" providerId="LiveId" clId="{A34235C4-55A4-49CB-93FA-15CEBDC60CC2}" dt="2026-10-16T16:16:49.101" v="39" actId="1076"/>
        <pc:sldMkLst>
          <pc:docMk/>
          <pc:sldMk cId="0" sldId="261"/>
        </pc:sldMkLst>
        <pc:picChg chg="del mod">
          <ac:chgData name="Luz Hermosilla Sarabia" userId="06a9f658e5164923" providerId="LiveId" clId="{A34235C4-55A4-49CB-93FA-15CEBDC60CC2}" dt="2026-10-16T16:16:27.598" v="33" actId="478"/>
          <ac:picMkLst>
            <pc:docMk/>
            <pc:sldMk cId="0" sldId="261"/>
            <ac:picMk id="3" creationId="{5A86AA72-31BE-59EB-71C5-664D51C6F89A}"/>
          </ac:picMkLst>
        </pc:picChg>
        <pc:picChg chg="add mod modCrop">
          <ac:chgData name="Luz Hermosilla Sarabia" userId="06a9f658e5164923" providerId="LiveId" clId="{A34235C4-55A4-49CB-93FA-15CEBDC60CC2}" dt="2026-10-16T16:16:49.101" v="39" actId="1076"/>
          <ac:picMkLst>
            <pc:docMk/>
            <pc:sldMk cId="0" sldId="261"/>
            <ac:picMk id="4" creationId="{1EE65C69-2328-BF50-197E-CEE4C8D090C8}"/>
          </ac:picMkLst>
        </pc:picChg>
      </pc:sldChg>
      <pc:sldChg chg="addSp modSp mod">
        <pc:chgData name="Luz Hermosilla Sarabia" userId="06a9f658e5164923" providerId="LiveId" clId="{A34235C4-55A4-49CB-93FA-15CEBDC60CC2}" dt="2026-10-16T20:10:43.014" v="44" actId="1076"/>
        <pc:sldMkLst>
          <pc:docMk/>
          <pc:sldMk cId="0" sldId="262"/>
        </pc:sldMkLst>
        <pc:picChg chg="add mod">
          <ac:chgData name="Luz Hermosilla Sarabia" userId="06a9f658e5164923" providerId="LiveId" clId="{A34235C4-55A4-49CB-93FA-15CEBDC60CC2}" dt="2026-10-16T20:10:43.014" v="44" actId="1076"/>
          <ac:picMkLst>
            <pc:docMk/>
            <pc:sldMk cId="0" sldId="262"/>
            <ac:picMk id="3" creationId="{C669BF5E-91F2-D1FE-9F8C-5E35F6B94C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4a07cd919e18d5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h4a07cd919e18d5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9" name="Google Shape;2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86930" y="1804894"/>
            <a:ext cx="9477554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“SSO Gestión de riesgo industrial v2 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887087" y="1976099"/>
            <a:ext cx="391882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grpSp>
        <p:nvGrpSpPr>
          <p:cNvPr id="93" name="Google Shape;93;p2"/>
          <p:cNvGrpSpPr/>
          <p:nvPr/>
        </p:nvGrpSpPr>
        <p:grpSpPr>
          <a:xfrm>
            <a:off x="550586" y="956872"/>
            <a:ext cx="10498415" cy="5693578"/>
            <a:chOff x="1413430" y="984526"/>
            <a:chExt cx="10214942" cy="5604711"/>
          </a:xfrm>
        </p:grpSpPr>
        <p:sp>
          <p:nvSpPr>
            <p:cNvPr id="94" name="Google Shape;94;p2"/>
            <p:cNvSpPr/>
            <p:nvPr/>
          </p:nvSpPr>
          <p:spPr>
            <a:xfrm>
              <a:off x="7055462" y="984526"/>
              <a:ext cx="4572909" cy="182038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7235996" y="984526"/>
              <a:ext cx="4066352" cy="1445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Rodrigo </a:t>
              </a:r>
              <a:r>
                <a:rPr lang="es-CL" sz="20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Lopez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1" indent="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CL" sz="18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2" indent="-28575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lang="es-CL" sz="16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e integración de funcionalidades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285750" lvl="2" indent="-285750">
                <a:lnSpc>
                  <a:spcPct val="90000"/>
                </a:lnSpc>
                <a:spcBef>
                  <a:spcPts val="910"/>
                </a:spcBef>
                <a:buClr>
                  <a:schemeClr val="lt1"/>
                </a:buClr>
                <a:buSzPts val="2000"/>
                <a:buFont typeface="Arial"/>
                <a:buChar char="•"/>
              </a:pPr>
              <a:r>
                <a:rPr lang="es-ES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Implementación de requerimientos técnicos</a:t>
              </a:r>
              <a:endParaRPr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7055462" y="2923966"/>
              <a:ext cx="4572909" cy="172885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55462" y="4860380"/>
              <a:ext cx="4572910" cy="172885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413430" y="3879298"/>
              <a:ext cx="4961417" cy="222872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6609496" y="3040411"/>
            <a:ext cx="4535832" cy="1529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Jorge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Solís 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2" indent="-285750" algn="l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y pruebas funcionales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Validación de calidad criterios de aceptación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609496" y="5029574"/>
            <a:ext cx="4185025" cy="151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Cristóbal González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</a:t>
            </a:r>
            <a:r>
              <a:rPr lang="es-CL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 implementación</a:t>
            </a:r>
            <a:r>
              <a:rPr lang="es-CL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solución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de funcionalidades del sistema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12107" y="3964646"/>
            <a:ext cx="4271727" cy="182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Luz Hermosilla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1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Scrum Master</a:t>
            </a:r>
          </a:p>
          <a:p>
            <a:pPr marL="285750" lvl="1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Planificación y seguimiento de los </a:t>
            </a:r>
            <a:r>
              <a:rPr lang="es-ES" sz="1600" dirty="0" err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Sprints</a:t>
            </a: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85750" lvl="1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Coordinación y apoyo al equipo Scrum.</a:t>
            </a:r>
          </a:p>
          <a:p>
            <a:pPr marL="285750" lvl="1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Identificación y gestión de impedimentos.</a:t>
            </a:r>
          </a:p>
          <a:p>
            <a:pPr marL="285750" lvl="1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Seguimiento de avances mediante Jira.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b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78442" y="352411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2612891" y="864352"/>
            <a:ext cx="6159261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3"/>
          <p:cNvSpPr/>
          <p:nvPr/>
        </p:nvSpPr>
        <p:spPr>
          <a:xfrm>
            <a:off x="241912" y="1734979"/>
            <a:ext cx="5244859" cy="4645494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identificado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Dependencia de registros manuales de asistencia a charlas de seguridad.</a:t>
            </a:r>
          </a:p>
          <a:p>
            <a:pPr algn="just">
              <a:buSzPts val="1800"/>
            </a:pPr>
            <a:endParaRPr lang="es-ES" sz="1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Dificultades de trazabilidad, consolidación y consulta de información.</a:t>
            </a:r>
          </a:p>
          <a:p>
            <a:pPr algn="just">
              <a:buSzPts val="1800"/>
            </a:pPr>
            <a:endParaRPr lang="es-ES" sz="1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Funcionalidades móviles y web que requieren integración y mejoras.</a:t>
            </a:r>
          </a:p>
          <a:p>
            <a:pPr algn="just">
              <a:buSzPts val="1800"/>
            </a:pPr>
            <a:endParaRPr lang="es-ES" sz="18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Necesidad de fortalecer la gestión de usuarios, estadísticas y visualización de datos.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395791" y="1734978"/>
            <a:ext cx="5454507" cy="4645495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Digitalizar el registro de asistencia mediante códigos QR y procesar hojas de asistencia con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LangChain</a:t>
            </a:r>
            <a:r>
              <a:rPr lang="es-ES" sz="1800" dirty="0">
                <a:latin typeface="Calibri"/>
                <a:ea typeface="Calibri"/>
                <a:cs typeface="Calibri"/>
              </a:rPr>
              <a:t> + Gemini.</a:t>
            </a:r>
          </a:p>
          <a:p>
            <a:pPr lvl="0" algn="just">
              <a:buSzPts val="1800"/>
            </a:pPr>
            <a:endParaRPr lang="es-ES" sz="1800" dirty="0">
              <a:latin typeface="Calibri"/>
              <a:ea typeface="Calibri"/>
              <a:cs typeface="Calibri"/>
            </a:endParaRPr>
          </a:p>
          <a:p>
            <a:pPr marL="285750" lvl="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Fortalecer la gestión de incidentes desde la aplicación móvil.</a:t>
            </a:r>
          </a:p>
          <a:p>
            <a:pPr lvl="0" algn="just">
              <a:buSzPts val="1800"/>
            </a:pPr>
            <a:endParaRPr lang="es-ES" sz="1800" dirty="0">
              <a:latin typeface="Calibri"/>
              <a:ea typeface="Calibri"/>
              <a:cs typeface="Calibri"/>
            </a:endParaRPr>
          </a:p>
          <a:p>
            <a:pPr marL="285750" lvl="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Incorporar estadísticas, reportes y exportación de información.</a:t>
            </a:r>
          </a:p>
          <a:p>
            <a:pPr lvl="0" algn="just">
              <a:buSzPts val="1800"/>
            </a:pPr>
            <a:endParaRPr lang="es-ES" sz="1800" dirty="0">
              <a:latin typeface="Calibri"/>
              <a:ea typeface="Calibri"/>
              <a:cs typeface="Calibri"/>
            </a:endParaRPr>
          </a:p>
          <a:p>
            <a:pPr marL="285750" lvl="0" indent="-285750" algn="just">
              <a:buSzPts val="1800"/>
              <a:buFont typeface="Arial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Mejorar el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Dashboard</a:t>
            </a:r>
            <a:r>
              <a:rPr lang="es-ES" sz="1800" dirty="0">
                <a:latin typeface="Calibri"/>
                <a:ea typeface="Calibri"/>
                <a:cs typeface="Calibri"/>
              </a:rPr>
              <a:t> Web, Gemelo Digital, gestión de usuarios y funcionamiento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multitenant</a:t>
            </a:r>
            <a:r>
              <a:rPr lang="es-ES" sz="1800" dirty="0">
                <a:latin typeface="Calibri"/>
                <a:ea typeface="Calibri"/>
                <a:cs typeface="Calibri"/>
              </a:rPr>
              <a:t>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86771" y="3713253"/>
            <a:ext cx="966529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78442" y="350253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380184" y="1316067"/>
            <a:ext cx="44224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1" name="Google Shape;121;p4"/>
          <p:cNvSpPr txBox="1"/>
          <p:nvPr/>
        </p:nvSpPr>
        <p:spPr>
          <a:xfrm>
            <a:off x="5971938" y="1316066"/>
            <a:ext cx="577394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82904" y="2352135"/>
            <a:ext cx="4669144" cy="38128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s-ES" sz="1800" dirty="0">
                <a:latin typeface="Calibri"/>
                <a:ea typeface="Calibri"/>
                <a:cs typeface="Calibri"/>
              </a:rPr>
              <a:t>Desarrollar e integrar mejoras funcionales en la plataforma Vigía Industrial SSO, incorporando asistencia digital, gestión de incidentes, estadísticas, administración de usuarios y optimización del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Dashboard</a:t>
            </a:r>
            <a:r>
              <a:rPr lang="es-ES" sz="1800" dirty="0">
                <a:latin typeface="Calibri"/>
                <a:ea typeface="Calibri"/>
                <a:cs typeface="Calibri"/>
              </a:rPr>
              <a:t> Web, fortaleciendo la trazabilidad, seguridad y gestión de la información industrial.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6044241" y="2346383"/>
            <a:ext cx="5955919" cy="38128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Implementar el registro digital de asistencia mediante códigos QR.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Incorporar la digitalización de hojas de asistencia utilizando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LangChain</a:t>
            </a:r>
            <a:r>
              <a:rPr lang="es-ES" sz="1800" dirty="0">
                <a:latin typeface="Calibri"/>
                <a:ea typeface="Calibri"/>
                <a:cs typeface="Calibri"/>
              </a:rPr>
              <a:t> y Gemini.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Fortalecer la gestión de incidentes desde la aplicación móvil.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Implementar estadísticas, reportes y exportación de información.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Mejorar la gestión de usuarios, el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Dashboard</a:t>
            </a:r>
            <a:r>
              <a:rPr lang="es-ES" sz="1800" dirty="0">
                <a:latin typeface="Calibri"/>
                <a:ea typeface="Calibri"/>
                <a:cs typeface="Calibri"/>
              </a:rPr>
              <a:t> Web y la integración con el Gemelo Digital.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Validar las funcionalidades mediante pruebas de integración, seguridad y funcionamiento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multitenant</a:t>
            </a:r>
            <a:r>
              <a:rPr lang="es-ES" sz="1800" dirty="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4" name="Google Shape;124;p4"/>
          <p:cNvSpPr txBox="1"/>
          <p:nvPr/>
        </p:nvSpPr>
        <p:spPr>
          <a:xfrm>
            <a:off x="380184" y="354475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2042808" y="990088"/>
            <a:ext cx="21139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2" name="Google Shape;132;p5"/>
          <p:cNvSpPr/>
          <p:nvPr/>
        </p:nvSpPr>
        <p:spPr>
          <a:xfrm>
            <a:off x="278442" y="1587260"/>
            <a:ext cx="5541513" cy="502057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Registro digital de asistencia mediante códigos QR.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Digitalización y validación de hojas de asistencia utilizando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LangChain</a:t>
            </a:r>
            <a:r>
              <a:rPr lang="es-ES" sz="1800" dirty="0">
                <a:latin typeface="Calibri"/>
                <a:ea typeface="Calibri"/>
                <a:cs typeface="Calibri"/>
              </a:rPr>
              <a:t> y Gemini.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Gestión de incidentes desde la aplicación móvil.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Estadísticas, reportes y exportación de registros.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Visualización y configuración del Gemelo Digital.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Gestión de usuarios, perfiles y acceso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multitenant</a:t>
            </a:r>
            <a:r>
              <a:rPr lang="es-ES" sz="1800" dirty="0">
                <a:latin typeface="Calibri"/>
                <a:ea typeface="Calibri"/>
                <a:cs typeface="Calibri"/>
              </a:rPr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Mejoras de autenticación y experiencia de usuario.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Reconstrucción e integración del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Dashboard</a:t>
            </a:r>
            <a:r>
              <a:rPr lang="es-ES" sz="1800" dirty="0">
                <a:latin typeface="Calibri"/>
                <a:ea typeface="Calibri"/>
                <a:cs typeface="Calibri"/>
              </a:rPr>
              <a:t> Web SSO.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136258" y="1587260"/>
            <a:ext cx="5777300" cy="506319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Integración con la arquitectura y los servicios existentes.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Compatibilidad de la aplicación móvil con Android 8 o superior.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Mantención de las tecnologías y estándares de la plataforma.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Separación y seguridad de datos por empresa mediante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client_id</a:t>
            </a:r>
            <a:r>
              <a:rPr lang="es-ES" sz="1800" dirty="0">
                <a:latin typeface="Calibri"/>
                <a:ea typeface="Calibri"/>
                <a:cs typeface="Calibri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Tiempo de respuesta del registro QR inferior a 2 segundos.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Procesamiento de hojas de asistencia condicionado al rendimiento de </a:t>
            </a:r>
            <a:r>
              <a:rPr lang="es-ES" sz="1800" dirty="0" err="1">
                <a:latin typeface="Calibri"/>
                <a:ea typeface="Calibri"/>
                <a:cs typeface="Calibri"/>
              </a:rPr>
              <a:t>LangChain</a:t>
            </a:r>
            <a:r>
              <a:rPr lang="es-ES" sz="1800" dirty="0">
                <a:latin typeface="Calibri"/>
                <a:ea typeface="Calibri"/>
                <a:cs typeface="Calibri"/>
              </a:rPr>
              <a:t> y Gemini.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Calidad de los resultados dependiente de la legibilidad de las imágenes.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</a:rPr>
              <a:t>Desarrollo sujeto al plazo y recursos definidos para el proyecto.</a:t>
            </a:r>
          </a:p>
        </p:txBody>
      </p:sp>
      <p:sp>
        <p:nvSpPr>
          <p:cNvPr id="134" name="Google Shape;134;p5"/>
          <p:cNvSpPr txBox="1"/>
          <p:nvPr/>
        </p:nvSpPr>
        <p:spPr>
          <a:xfrm>
            <a:off x="7365833" y="990129"/>
            <a:ext cx="281263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278442" y="415221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582502" y="377293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278442" y="600226"/>
            <a:ext cx="1094404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1EE65C69-2328-BF50-197E-CEE4C8D090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580"/>
          <a:stretch>
            <a:fillRect/>
          </a:stretch>
        </p:blipFill>
        <p:spPr>
          <a:xfrm>
            <a:off x="396814" y="1215835"/>
            <a:ext cx="11139578" cy="520965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52" name="Google Shape;152;p7"/>
          <p:cNvSpPr txBox="1"/>
          <p:nvPr/>
        </p:nvSpPr>
        <p:spPr>
          <a:xfrm>
            <a:off x="582502" y="377293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69BF5E-91F2-D1FE-9F8C-5E35F6B94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86" y="916499"/>
            <a:ext cx="11443228" cy="47596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8"/>
          <p:cNvCxnSpPr/>
          <p:nvPr/>
        </p:nvCxnSpPr>
        <p:spPr>
          <a:xfrm>
            <a:off x="0" y="677514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60" name="Google Shape;160;p8"/>
          <p:cNvSpPr txBox="1"/>
          <p:nvPr/>
        </p:nvSpPr>
        <p:spPr>
          <a:xfrm>
            <a:off x="432862" y="430969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8" title="Diagrama_de_arquitectura_de_softwar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21321" y="0"/>
            <a:ext cx="126346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1519500" y="808600"/>
            <a:ext cx="915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69" name="Google Shape;169;p9"/>
          <p:cNvSpPr txBox="1"/>
          <p:nvPr/>
        </p:nvSpPr>
        <p:spPr>
          <a:xfrm>
            <a:off x="136188" y="368928"/>
            <a:ext cx="434379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9" title="Modelo_físico_de_datos_sso_ries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765"/>
            <a:ext cx="12192000" cy="6804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h4a07cd919e18d50_0_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h4a07cd919e18d50_0_1"/>
          <p:cNvSpPr txBox="1"/>
          <p:nvPr/>
        </p:nvSpPr>
        <p:spPr>
          <a:xfrm>
            <a:off x="1519500" y="808600"/>
            <a:ext cx="915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h4a07cd919e18d50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78" name="Google Shape;178;h4a07cd919e18d50_0_1"/>
          <p:cNvSpPr txBox="1"/>
          <p:nvPr/>
        </p:nvSpPr>
        <p:spPr>
          <a:xfrm>
            <a:off x="136188" y="368928"/>
            <a:ext cx="434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h4a07cd919e18d50_0_1" title="Modelo_lógico_de_datos_SS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7991" y="0"/>
            <a:ext cx="122879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3207683" y="758027"/>
            <a:ext cx="48250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87" name="Google Shape;187;p10"/>
          <p:cNvSpPr txBox="1"/>
          <p:nvPr/>
        </p:nvSpPr>
        <p:spPr>
          <a:xfrm>
            <a:off x="364787" y="419513"/>
            <a:ext cx="782126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“Vigía Industrial SSO – Asistencia Digital y Gestión de Incidentes”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0DE567-CFE6-B157-8E50-4B642CA73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96" y="1500570"/>
            <a:ext cx="11018808" cy="507413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625</Words>
  <Application>Microsoft Office PowerPoint</Application>
  <PresentationFormat>Panorámica</PresentationFormat>
  <Paragraphs>91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Luz Hermosilla Sarabia</cp:lastModifiedBy>
  <cp:revision>1</cp:revision>
  <dcterms:created xsi:type="dcterms:W3CDTF">2023-10-28T21:12:11Z</dcterms:created>
  <dcterms:modified xsi:type="dcterms:W3CDTF">2026-10-16T20:10:44Z</dcterms:modified>
</cp:coreProperties>
</file>